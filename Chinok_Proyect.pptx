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55"/>
    <p:restoredTop sz="94647"/>
  </p:normalViewPr>
  <p:slideViewPr>
    <p:cSldViewPr snapToGrid="0" snapToObjects="1">
      <p:cViewPr varScale="1">
        <p:scale>
          <a:sx n="156" d="100"/>
          <a:sy n="156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7e5e7689-50c1-4785-9599-27a3d482cda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587d843c-1ea8-418d-ae77-c0ecd89b2ce8/f2770e82c5a75bda73d8?bookmarkGuid=1876d9ff-8679-4042-9d2f-31168574f7c5&amp;bookmarkUsage=1&amp;ctid=132b9871-e025-4ead-a34d-7bd5e7a383b4&amp;fromEntryPoint=export&quot;"/>
    <we:property name="reportState" value="&quot;CONNECTED&quot;"/>
    <we:property name="reportEmbeddedTime" value="&quot;2025-09-23T04:14:32.310Z&quot;"/>
    <we:property name="creatorSessionId" value="&quot;2c66f6d9-a485-4061-9477-487c06350b13&quot;"/>
    <we:property name="creatorUserId" value="&quot;10037FFE8D1B56C2&quot;"/>
    <we:property name="creatorTenantId" value="&quot;132b9871-e025-4ead-a34d-7bd5e7a383b4&quot;"/>
    <we:property name="pageDisplayName" value="&quot;Page 1&quot;"/>
    <we:property name="pageName" value="&quot;f2770e82c5a75bda73d8&quot;"/>
    <we:property name="reportName" value="&quot;Report_CHinnok&quot;"/>
    <we:property name="isVisualContainerHeaderHidden" value="false"/>
    <we:property name="isFiltersActionButtonVisible" value="true"/>
    <we:property name="initialStateBookmark" value="&quot;H4sIAAAAAAAAA+1Y23LTMBD9lY6eM4wvcWz3LQ3hWminhb4wHWYlrx2BYxlZDg2dfhIPfAM/xkp2oW0KtIVOw5SHTKz1sXS0Pmcl65hlsqlLWL6EObJNtqXU+zno9xs+G7Cqj+3sPH8x3nv+9uX4xZTCqjZSVQ3bPGYGdIHmQDYtlLYHCr45HDAoy10obCuHssEBq1E3qoJSfsIOTLeMbvFkwPCoLpUG2+W+AYO22wXBqU1j+w9CGhGEkQvcR2G6aB7EsYdJICKII55BHGYJwZoO4JhdCrFdu+EnqjIgKxrGxsQQ85APk9RP/GgY+14cpK4PWZoewpfTo1rT7GjOy9pmZZwtoBKYMTcFjU3H+JiNtTSzORopbGsbc+OiRaGxANODpucemaiynV8S31etFriHubtVGWmWNPLTaqGkQHZC2dvVinLrwq+UgdIFH7VVnynPNvdkMXMc9gWBs+mCYCtD3SE/R8sKxzZ2CA5GUapD25ypjxONJIuMbfongytk/+7mcZard4brhEKF0lLQYxfp/hVGW7IsZVVMVFsZvWSrXA4p0hCi7N33wwivOoqibBuSOmYdn8kMtLFO5+/IUtYA1IHSGeqtpfPAQ6lPzRgM1kVJJ4enlYKw787Ugv4FdNRvJ+OkXUKIUZQMIfJFgmHAwyyExBWSX+be4JHh6uh8um1vfsrTnGOEI0gEci9CHvxBWbqT1+KvtzH+pYJyD0zsr4OJ0wSDYAQpbQPEiOc8pt+/Zrs1X4/WwnYTcouao36aXUhedC+9txYLKOeCx148TKMo8SBORBbmv11AwRHdao0hIiurKCajeOgN4yyIQ5/zUTaM8v92vpTRdE6fYktcofRI6sa4D8QbOKOW+N8N18lw5wSf5x5PR76XhrQHRPAQ4t/K9u9J4TFWeoXlTyRwJ9V8m77eL/J7XUmzq0/f8J9tptZPttec8W3I91eq6GSbiwwFCCEgAOC5H4M/unm1fSJRgxaz5TYu8JJDi+/3V2+dEjwALbvDJTejm5SK/mjse0/s3PR75EN7dGXRZzixZ/byQ/v1M2xkuJGjmEHjQP182PjrF7UujrqtzxJa569lJf+ile6LCq7m2PuSDVtPXEn5oRlGu/XC0VWtaWoQuAsVuqzU3eASHY6sAlVm9emutf3fllSAOnkeQNm6kxfdWn40BglW8hKviO/JfQOTyxwZPBcAAA==&quot;"/>
    <we:property name="bookmark" value="&quot;H4sIAAAAAAAAA+1ZzXLbNhB+lQwuaWc0Gf6IIumbrTitW6f1xKkvHR8WwFJCQhEsCKpWPX6kHvoMebEuQEqRLSexnXgsj3Pw2AA+Lr5dfLtY0udMqqYuYfEbzJDtsD2t38/AvH8WsgGrurlkiEksizjPo2CYBCn9zmhV11bpqmE758yCmaA9UU0LpTNEk3+eDhiU5RFM3KiAssEBq9E0uoJS/YMdmJasafFiwPCsLrUBZ/LYgkVndk5wGhOF8EVMO4Kwao7HKGw3W0RpGmAWiQTShEtIY+mINR3AM7sW4kz77ce6sqAq2sbNiSEWMR9meZiFyTANgzTKvQ1V2h7CF/tntSHvyOdF7YKzK+dQCZTMu2Cw6Rifs12j7HSGVgk3OsTC+tnJxOAEbA/av/TIWJft7Jr5Y90agW+w8EuVVXZBOx9Uc60EsguK3pHRFFs//VZbKP3kq7bqIxW44Rs1mXoOx4LAcn9OsI2tHpCfp+WE4wa/ExysplDHbjjVf48Nkiwk2wkvBjeI/sP5sc41WOM6pqmJNkrQY1fpfhNGe6osVTUZ67ayZsE2uZzSTEOIss++j4nwtqMoyrYhqaPs+IynYKzLdP6OUsolABnQRqLZW/gceKnMMhmjwbYo6eJ0WSkI+26tFvQH0FG/n4iTdgkhRkk2hCQUGcYRj2UMmS8kn429xTPL9dnlcDtrYc7zgmOCI8gE8iBBHn1FWXqQYwm3OzEeU0F5AkkcbkMS5xlG0QhyagPEiBc8pZ/HlnZbfh9tRdqNKVv0DM2BvBK85Enm3sNfoBR06lTLZbfaYLkMEe0qwcJrqN1Cb/LFFRsO1bhWkg7UB2pWg1HNMmzL0a+qckc6WHXm9yX5Vdt9qEgZnWZOoGydXJ7vklyMgueEdHEnOL0xgHOS/GDH7eyHpZf+rH5kp+5wuhL0kebr1TPna+nT3OcxUZMDYorSe3JgcdbtpiQ6UwqbR30OAzZ3K73QAlegOsDqduBc8DRIh3mSZAGkmZBx8cUWD7yO91pryaWNPg+zUToMhqmM0jjkfCSHSfH9wrmW0f6sLvUCNyi9Uqax/kvGHWp3rfB7vb5NhLtMCHkR8HwUBnlMbykIAUL6Rdl+Oyn8hJXZYPkJCTxIv3Goqg1+f1TKHpnlCX9du799sr2lx/ch38+popNtISTSFSYERAC8CFMIR3evtj8rulKMmC4OcY7XfFZbrW8uLQme0H3Yff70Ht2lVPTfcFeW2CX3e+RL93HVodc4sV/cn3+1H/6FZxKfFSim0HhQ7w/b/fCf3paMuq8XZ+oYbpVK4dVUeioquFnGPpVonPqe8WJdM9TFm4mnq1vb1CDwCCr0Uam7zX2H7Lt1qCTKZef+if7U/Y+E+T1IsIqXeEN8T+5/jkIoVuUZAAA=&quot;"/>
    <we:property name="datasetId" value="&quot;e98d4317-3fa2-4ba3-8c0c-1da87209e3e1&quot;"/>
    <we:property name="embedUrl" value="&quot;/reportEmbed?reportId=587d843c-1ea8-418d-ae77-c0ecd89b2ce8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ei.preciadogovea</cp:lastModifiedBy>
  <cp:revision>3</cp:revision>
  <dcterms:created xsi:type="dcterms:W3CDTF">2018-06-07T21:39:02Z</dcterms:created>
  <dcterms:modified xsi:type="dcterms:W3CDTF">2025-09-23T04:15:14Z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